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92A37D-E3A4-43E8-B138-30D7CB0CB2BC}">
          <p14:sldIdLst>
            <p14:sldId id="256"/>
            <p14:sldId id="257"/>
            <p14:sldId id="258"/>
          </p14:sldIdLst>
        </p14:section>
        <p14:section name="Untitled Section" id="{66B3771C-597B-4744-8D3E-AB7544D79AFB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D7C6C-8595-9BF7-5443-91189C8599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o-RO" dirty="0"/>
              <a:t>Analiza Nivelului de Incredere si Triaj Medical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4D1E0-F403-3870-ACCC-2AEF8D070E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1418772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66E7F-6492-9CD1-8583-42904516B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Problema Identificata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6C9CFB-9350-1943-32A7-4B5C562938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065867"/>
            <a:ext cx="987756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Context: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Unitatile de Primiri Urgente (UPU) sunt supraaglomerate.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o-RO" altLang="ro-R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Problema: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Pacientii nu stiu sa isi evalueze corect simptomele.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o-RO" altLang="ro-R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Nevoia: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sistem automat care sa faca un "pre-triaj" rapid inainte ca pacientul sa ajunga la medic.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o-RO" altLang="ro-R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Provocarea: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Interpretarea limbajului natural (neformatat) al pacientilor.</a:t>
            </a:r>
          </a:p>
        </p:txBody>
      </p:sp>
    </p:spTree>
    <p:extLst>
      <p:ext uri="{BB962C8B-B14F-4D97-AF65-F5344CB8AC3E}">
        <p14:creationId xmlns:p14="http://schemas.microsoft.com/office/powerpoint/2010/main" val="4107899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5BA4E-AB19-389A-E22F-9B3D8A5F5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Solutia Tehnica (De ce Lexicon?)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2E6CD7-9655-8096-FDD0-1C65CBB2FA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058421"/>
            <a:ext cx="10067500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Tip Aplicatie:</a:t>
            </a:r>
            <a:r>
              <a:rPr kumimoji="0" lang="ro-RO" altLang="ro-R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Voice-to-Voice (Intrare Vocala -&gt; Iesire Vocala).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o-RO" altLang="ro-RO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Arhitectura:</a:t>
            </a:r>
            <a:r>
              <a:rPr kumimoji="0" lang="ro-RO" altLang="ro-R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Rule-Based System (Nu este "Black Box" AI).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o-RO" altLang="ro-RO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Avantaje Lexicon:</a:t>
            </a:r>
            <a:endParaRPr kumimoji="0" lang="ro-RO" altLang="ro-RO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ro-RO" altLang="ro-RO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Transparenta:</a:t>
            </a:r>
            <a:r>
              <a:rPr kumimoji="0" lang="ro-RO" altLang="ro-R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stim exact de ce s-a luat decizia.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ro-RO" altLang="ro-RO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Viteza:</a:t>
            </a:r>
            <a:r>
              <a:rPr kumimoji="0" lang="ro-RO" altLang="ro-R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procesare instanta.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ro-RO" altLang="ro-RO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Control:</a:t>
            </a:r>
            <a:r>
              <a:rPr kumimoji="0" lang="ro-RO" altLang="ro-R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termenii sunt definiti manual (20-80 cuvinte).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276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A24DA-EB27-DBB8-A7AB-F428FD081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Arhitectura Sistemului (Diagrama)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4F4A144-22BF-C726-B734-E51035B3FE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1" y="2245487"/>
            <a:ext cx="10131425" cy="1612963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74BED14-4D35-854B-8A32-4372A53C660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85801" y="3858450"/>
            <a:ext cx="1059179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Google Speech Recognition API.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o-RO" altLang="ro-R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Preprocesare: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eliminare diacritice, transformare in litere mici.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o-RO" altLang="ro-R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Engine: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algoritm de potrivire (String Matching).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o-RO" altLang="ro-R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sinteza vocala (PyTTSx3).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o-RO" altLang="ro-R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291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7B58B-48CF-CAB7-7BE1-E8D70B15F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Setul de Date (Lexiconul)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2D4F14-F76E-3467-F2CD-D2322C6C86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1750643"/>
            <a:ext cx="10439399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Structura: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dictionar Python (Hash Map).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o-RO" altLang="ro-R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Categorii implementate:</a:t>
            </a:r>
            <a:endParaRPr kumimoji="0" lang="ro-RO" altLang="ro-R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aparat urinar (ex: rinichi, usturime).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aparat respirator (ex: tuse, sufoc).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aparat digestiv (ex: stomac, greata).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Sistemul de Scoring:</a:t>
            </a:r>
            <a:endParaRPr kumimoji="0" lang="ro-RO" altLang="ro-R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o-RO" altLang="ro-RO" sz="2400" b="1" dirty="0">
                <a:latin typeface="Arial" panose="020B0604020202020204" pitchFamily="34" charset="0"/>
              </a:rPr>
              <a:t> s</a:t>
            </a: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 1: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Simptom usor.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scor 3: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Urgenta majora (ex: sange, lesin).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scor -1: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Limbaj inadecvat (Filtru).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710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AE2E9-BCBB-8B9B-4ED7-4BAC21EB2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Implementare si Provocari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0D4C84-39B6-B85E-D219-A10EAEA378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935309"/>
            <a:ext cx="11088756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Provocarea 1: diacriticele</a:t>
            </a:r>
            <a:endParaRPr kumimoji="0" lang="ro-RO" altLang="ro-R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Solutie: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functie custom de normalizare (ș -&gt; s, ț -&gt; 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o-RO" altLang="ro-R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Provocarea 2: potrivirea cuvintelor</a:t>
            </a:r>
            <a:endParaRPr kumimoji="0" lang="ro-RO" altLang="ro-R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Problema: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"Stare" vs "Tare".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Solutie: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utilizarea functiei 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startswith()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pentru precizie.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o-RO" altLang="ro-R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Provocarea 3: timpul de vorbire</a:t>
            </a:r>
            <a:endParaRPr kumimoji="0" lang="ro-RO" altLang="ro-R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Solutie: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ajustarea 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pause_threshold = 2.0 sec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pentru a permite pacientului sa respire intre cuvinte.</a:t>
            </a:r>
            <a:endParaRPr kumimoji="0" lang="ro-RO" altLang="ro-R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432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F7D47-90B6-8EEB-7678-5FB137E00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22852"/>
            <a:ext cx="10131425" cy="1456267"/>
          </a:xfrm>
        </p:spPr>
        <p:txBody>
          <a:bodyPr/>
          <a:lstStyle/>
          <a:p>
            <a:r>
              <a:rPr lang="ro-RO" dirty="0"/>
              <a:t>DEMO LIVE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87C76A-21A2-D29A-D4CE-23901E2983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079119"/>
            <a:ext cx="692208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Scenariul 1:</a:t>
            </a:r>
            <a:r>
              <a:rPr kumimoji="0" lang="ro-RO" altLang="ro-R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afectiune digestiva (usoara).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o-RO" altLang="ro-RO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Scenariul 2:</a:t>
            </a:r>
            <a:r>
              <a:rPr kumimoji="0" lang="ro-RO" altLang="ro-R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urgenta respiratorie (Scor 3).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o-RO" altLang="ro-RO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Scenariul 3:</a:t>
            </a:r>
            <a:r>
              <a:rPr kumimoji="0" lang="ro-RO" altLang="ro-R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detectie limbaj inadecvat.</a:t>
            </a:r>
          </a:p>
        </p:txBody>
      </p:sp>
    </p:spTree>
    <p:extLst>
      <p:ext uri="{BB962C8B-B14F-4D97-AF65-F5344CB8AC3E}">
        <p14:creationId xmlns:p14="http://schemas.microsoft.com/office/powerpoint/2010/main" val="187708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AD908-A9B5-1791-5D6B-27C7CE32A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Rezultate si Concluzii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7AE8A1-7ABD-DBD5-BF01-B301FD9715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889142"/>
            <a:ext cx="1073055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Rezultate pozitive:</a:t>
            </a:r>
            <a:endParaRPr kumimoji="0" lang="ro-RO" altLang="ro-R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Acuratete 100% pe termenii din lista.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Timp de raspuns &lt; 0.5 secunde.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Detectie corecta a urgentelor critice.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Limitari:</a:t>
            </a:r>
            <a:endParaRPr kumimoji="0" lang="ro-RO" altLang="ro-R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Nu intelege negatia ("NU ma doare").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Nu recunoaste sinonime care nu sunt in lista.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Concluzie: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Sistemul este functional si eficient pentru un triaj primar, dar necesita extinderea bazei de cuvinte.</a:t>
            </a:r>
          </a:p>
        </p:txBody>
      </p:sp>
    </p:spTree>
    <p:extLst>
      <p:ext uri="{BB962C8B-B14F-4D97-AF65-F5344CB8AC3E}">
        <p14:creationId xmlns:p14="http://schemas.microsoft.com/office/powerpoint/2010/main" val="2563461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D187E1-071E-8BB0-1490-A6DB4ACB1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o-RO" dirty="0"/>
              <a:t>MULTUMESC! 😊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91B952-FF63-1E66-06CC-B4FA17E44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783411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{3D194841-6A0C-4854-A029-88C64FF11FC3}TFb5ae2469-0bae-4978-b0e0-39dd046150ffbd420485-ab4ac7e15cf4</Template>
  <TotalTime>9</TotalTime>
  <Words>412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Unicode MS</vt:lpstr>
      <vt:lpstr>Calibri</vt:lpstr>
      <vt:lpstr>Calibri Light</vt:lpstr>
      <vt:lpstr>Celestial</vt:lpstr>
      <vt:lpstr>Analiza Nivelului de Incredere si Triaj Medical</vt:lpstr>
      <vt:lpstr>Problema Identificata</vt:lpstr>
      <vt:lpstr>Solutia Tehnica (De ce Lexicon?)</vt:lpstr>
      <vt:lpstr>Arhitectura Sistemului (Diagrama)</vt:lpstr>
      <vt:lpstr>Setul de Date (Lexiconul)</vt:lpstr>
      <vt:lpstr>Implementare si Provocari</vt:lpstr>
      <vt:lpstr>DEMO LIVE</vt:lpstr>
      <vt:lpstr>Rezultate si Concluzii</vt:lpstr>
      <vt:lpstr>MULTUMESC! 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Maria-Cătălina IONESCU (126346)</dc:creator>
  <cp:lastModifiedBy>Maria-Cătălina IONESCU (126346)</cp:lastModifiedBy>
  <cp:revision>1</cp:revision>
  <dcterms:created xsi:type="dcterms:W3CDTF">2026-01-20T19:34:03Z</dcterms:created>
  <dcterms:modified xsi:type="dcterms:W3CDTF">2026-01-20T19:43:12Z</dcterms:modified>
</cp:coreProperties>
</file>